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a2ec22ef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a2ec22ef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5da55f8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5da55f8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da55f82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da55f82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2ec292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a2ec292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/>
              <a:t>ConnectLife App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/>
              <a:t>Management Portal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/>
              <a:t>Uvod, cilji, vizija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-"/>
            </a:pPr>
            <a:r>
              <a:rPr lang="sl">
                <a:solidFill>
                  <a:schemeClr val="dk1"/>
                </a:solidFill>
              </a:rPr>
              <a:t>Aplikacija ConnectLife je prisotna na različnih trgih po svetu, kjer se lahko razlikujejo podprte funkcionalnosti, vsebine in poslovna pravila.</a:t>
            </a:r>
            <a:endParaRPr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sl">
                <a:solidFill>
                  <a:schemeClr val="dk1"/>
                </a:solidFill>
              </a:rPr>
              <a:t>Zaradi tega je bila razvita spletna aplikacija ConnectLife App Management Portal, ki zaposlenim omogoča samostojno upravljanje konfiguracij in vsebin preko centraliziranega uporabniškega vmesnika.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/>
              <a:t>Kaj Dashboard omogoča?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sl">
                <a:solidFill>
                  <a:schemeClr val="dk1"/>
                </a:solidFill>
              </a:rPr>
              <a:t>pregled trgov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sl">
                <a:solidFill>
                  <a:schemeClr val="dk1"/>
                </a:solidFill>
              </a:rPr>
              <a:t>pregled vseh naprav in vklop ter izklop njihovih funkcionalnosti na posameznem trgu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sl">
                <a:solidFill>
                  <a:schemeClr val="dk1"/>
                </a:solidFill>
              </a:rPr>
              <a:t>možnost upravljanja funkcionalnosti z integriranim chatbotom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sl">
                <a:solidFill>
                  <a:schemeClr val="dk1"/>
                </a:solidFill>
              </a:rPr>
              <a:t>primerjava funkcionalnosti med različnimi trgi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sl">
                <a:solidFill>
                  <a:schemeClr val="dk1"/>
                </a:solidFill>
              </a:rPr>
              <a:t>pregled klikov (eventov) v ConnectLife aplikaciji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 title="Screenshot 2026-06-08 at 12.32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75" y="136925"/>
            <a:ext cx="4061225" cy="232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Screenshot 2026-06-08 at 12.31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7" y="88988"/>
            <a:ext cx="4332027" cy="242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Screenshot 2026-06-08 at 12.31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775" y="2632700"/>
            <a:ext cx="4054313" cy="232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Screenshot 2026-06-08 at 12.30.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992" y="2632700"/>
            <a:ext cx="4089083" cy="232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/>
              <a:t>Hvala za vašo pozornost :)</a:t>
            </a:r>
            <a:endParaRPr baseline="3000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